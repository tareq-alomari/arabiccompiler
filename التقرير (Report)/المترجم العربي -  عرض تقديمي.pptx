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7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6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592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5241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51589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2830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3603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2631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08484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4142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 smtClean="0"/>
              <a:t>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9794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338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3685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ar-SA"/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 smtClean="0"/>
              <a:t>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ar-SA"/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F708D-0B72-4CD0-B1EC-2D572B7A57C6}" type="datetimeFigureOut">
              <a:rPr lang="ar-SA" smtClean="0"/>
              <a:t>08/05/1447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4D0779-5777-4F1D-88E8-C1186FDAD763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5301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400" y="1"/>
            <a:ext cx="12298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7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084" y="2750587"/>
            <a:ext cx="5795984" cy="38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70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0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صورة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8" y="1496899"/>
            <a:ext cx="8110258" cy="458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37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4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9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527" y="856497"/>
            <a:ext cx="7398945" cy="493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17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 u="sng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2376" y="924083"/>
            <a:ext cx="7934267" cy="479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47" y="80521"/>
            <a:ext cx="10145541" cy="571580"/>
          </a:xfrm>
          <a:prstGeom prst="rect">
            <a:avLst/>
          </a:prstGeom>
        </p:spPr>
      </p:pic>
      <p:pic>
        <p:nvPicPr>
          <p:cNvPr id="8" name="صورة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562" y="962025"/>
            <a:ext cx="776287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34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47" y="80521"/>
            <a:ext cx="10145541" cy="571580"/>
          </a:xfrm>
          <a:prstGeom prst="rect">
            <a:avLst/>
          </a:prstGeom>
        </p:spPr>
      </p:pic>
      <p:pic>
        <p:nvPicPr>
          <p:cNvPr id="3" name="صورة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965" y="652101"/>
            <a:ext cx="8622329" cy="5786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8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47" y="80521"/>
            <a:ext cx="10145541" cy="571580"/>
          </a:xfrm>
          <a:prstGeom prst="rect">
            <a:avLst/>
          </a:prstGeom>
        </p:spPr>
      </p:pic>
      <p:pic>
        <p:nvPicPr>
          <p:cNvPr id="2" name="صورة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562" y="737774"/>
            <a:ext cx="8569109" cy="576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58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صورة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47" y="80521"/>
            <a:ext cx="10145541" cy="571580"/>
          </a:xfrm>
          <a:prstGeom prst="rect">
            <a:avLst/>
          </a:prstGeom>
        </p:spPr>
      </p:pic>
      <p:pic>
        <p:nvPicPr>
          <p:cNvPr id="3" name="صورة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4022" y="652101"/>
            <a:ext cx="9461378" cy="2977209"/>
          </a:xfrm>
          <a:prstGeom prst="rect">
            <a:avLst/>
          </a:prstGeom>
        </p:spPr>
      </p:pic>
      <p:pic>
        <p:nvPicPr>
          <p:cNvPr id="5" name="صورة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068" y="2860563"/>
            <a:ext cx="2104332" cy="3727523"/>
          </a:xfrm>
          <a:prstGeom prst="rect">
            <a:avLst/>
          </a:prstGeom>
        </p:spPr>
      </p:pic>
      <p:pic>
        <p:nvPicPr>
          <p:cNvPr id="6" name="صورة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16" y="2313542"/>
            <a:ext cx="2623390" cy="4544458"/>
          </a:xfrm>
          <a:prstGeom prst="rect">
            <a:avLst/>
          </a:prstGeom>
        </p:spPr>
      </p:pic>
      <p:pic>
        <p:nvPicPr>
          <p:cNvPr id="8" name="صورة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952" y="2313542"/>
            <a:ext cx="2367733" cy="454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1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1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002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 dirty="0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4"/>
            <a:ext cx="12192000" cy="685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03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33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3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SA"/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15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0</Words>
  <Application>Microsoft Office PowerPoint</Application>
  <PresentationFormat>شاشة عريضة</PresentationFormat>
  <Paragraphs>0</Paragraphs>
  <Slides>18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Maher</dc:creator>
  <cp:lastModifiedBy>Maher</cp:lastModifiedBy>
  <cp:revision>5</cp:revision>
  <dcterms:created xsi:type="dcterms:W3CDTF">2025-10-29T13:03:27Z</dcterms:created>
  <dcterms:modified xsi:type="dcterms:W3CDTF">2025-10-29T13:37:59Z</dcterms:modified>
</cp:coreProperties>
</file>